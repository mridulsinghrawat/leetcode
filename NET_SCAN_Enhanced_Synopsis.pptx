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042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NET_SCAN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Service Discovery and Security Assessment Tool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Automated Reporting &amp; Real-Time Attack Path Visualization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Mridul Singh Rawat (500119881)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Akshat Joshi (500125233)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Shiva Jakhad (500119742)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by: Dr. Gagan Deep Singh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Computer Science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Petroleum &amp; Energy Studies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Dehradun - 248007, Uttarakhand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Introduction &amp; Background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Problem Statement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Proposed Solution - NET_SCAN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Unique Selling Propositions (USPs)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Technical Architecture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Kill Chain Modeling &amp; Intelligence Pipeline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Real-Time Streaming &amp; Visualization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Comparison with Existing Tools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Technology Stack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System Requirements &amp; Design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SWOT Analysis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Implementation Status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Future Roadmap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References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 &amp; Background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NET_SCAN?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full-stack, real-time network intelligence platform that: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Scans target hosts for open ports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Identifies service vulnerabilities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Models lateral movement attack paths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Visualizes attack chains live in browser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lack visibility into what attackers can see on their networks. Traditional scanning tools are command-line oriented, highly technical, and produce static outputs without risk context or lateral movement modeling.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4564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Kill Chain Framework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6850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classifies services into Entry → Pivot → Target roles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347472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34564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Streaming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6850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results via Server-Sent Events (SSE) - no page reload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7939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Physics Graph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5079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Zero-dependency force-directed visualization built from scratch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429768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427939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Exposure Score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45079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composite 0-100 risk metric for tracking security posture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Security Visibility Gaps in Modern Networks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11887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73152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⚠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Spots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Administrators are unaware of which ports are publicly exposed on their hosts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645920"/>
            <a:ext cx="4023360" cy="11887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645920"/>
            <a:ext cx="73152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❓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62356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Risk Context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23560" y="2194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port lists are meaningless without understanding which are dangerous and why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023360" cy="11887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08960"/>
            <a:ext cx="73152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188720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Invisible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657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rarely model how attackers chain vulnerabilities to move through networks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3108960"/>
            <a:ext cx="4023360" cy="11887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108960"/>
            <a:ext cx="73152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⏱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623560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Feedback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23560" y="3657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tools require CLI expertise and produce static, non-interactive outputs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Beneficiaries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Network/Security Engineers </a:t>
            </a: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Internal audits and lateral movement visualization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&amp; CTF Players </a:t>
            </a: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Learning ethical hacking and network security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</a:t>
            </a: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Quick verification of local service exposure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Solution: NET_SCAN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Proactive, Real-Time Network Intelligence Engine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1645920"/>
            <a:ext cx="768096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691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Multi-Threaded Scan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920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socket connections scan all ports in range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2103120"/>
            <a:ext cx="0" cy="1371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224028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860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05840" y="2240280"/>
            <a:ext cx="768096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286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 Grabbing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51460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actual running services, not just open ports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2697480"/>
            <a:ext cx="0" cy="1371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" y="283464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803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5840" y="2834640"/>
            <a:ext cx="768096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Classification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10896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services as Critical / High / Medium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3291840"/>
            <a:ext cx="0" cy="1371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7200" y="342900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4747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05840" y="3429000"/>
            <a:ext cx="768096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3474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Chain Modeling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370332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Entry → Pivot → Target attack paths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" y="3886200"/>
            <a:ext cx="0" cy="1371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7200" y="402336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0690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05840" y="4023360"/>
            <a:ext cx="768096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2" name="Text 30"/>
          <p:cNvSpPr/>
          <p:nvPr/>
        </p:nvSpPr>
        <p:spPr>
          <a:xfrm>
            <a:off x="1188720" y="4069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Generation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88720" y="429768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force-directed attack visualization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8368" y="4480560"/>
            <a:ext cx="0" cy="1371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57200" y="461772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663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05840" y="4617720"/>
            <a:ext cx="768096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8" name="Text 36"/>
          <p:cNvSpPr/>
          <p:nvPr/>
        </p:nvSpPr>
        <p:spPr>
          <a:xfrm>
            <a:off x="1188720" y="4663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Scoring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88720" y="48920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composite Network Exposure Score (0-100)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8368" y="5074920"/>
            <a:ext cx="0" cy="1371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57200" y="521208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52578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005840" y="5212080"/>
            <a:ext cx="768096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4" name="Text 42"/>
          <p:cNvSpPr/>
          <p:nvPr/>
        </p:nvSpPr>
        <p:spPr>
          <a:xfrm>
            <a:off x="1188720" y="5257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Streaming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188720" y="548640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results in real-time via SSE to browser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Unique Selling Propositions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NET_SCAN Truly Unique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81912"/>
            <a:ext cx="320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Cyber Kill Chain Modeling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84708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classifies every service into Kill Chain roles (Entry/Pivot/Target) and computes attack chains with human-readable narratives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08483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"SQL injection through HTTP(80) directly targets MySQL(3306)" - Risk: 9.0/10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95144"/>
            <a:ext cx="320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2677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Streaming Everything via SSE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appear port-by-port in real-time as discovered. Attack graphs, risk analysis, and exposure scores stream live - no polling, no page reloads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08376"/>
            <a:ext cx="320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98094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Force-Directed Attack Graph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27355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external dependencies - built from scratch using HTML5 Canvas with physics simulation (repulsion, attraction, gravity, damping). Auto-settles when node velocities drop below 0.5px/frame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94176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21608"/>
            <a:ext cx="320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6941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Exposure Score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98678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composite 0-100 metric using weighted formula: (critical × 20) + (high × 10) + (lateral_paths × 5) [capped at 100]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407408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434840"/>
            <a:ext cx="320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4074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Integrated Full-Stack Tool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one coherent application - scan, analysis, graph, UI. No separate tools, no CLI-to-browser copy-paste, no manual correlation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Architecture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25603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18.2.0 Frontend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UI (React / Next.js)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ScannerDashboard.js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GraphView.js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TailwindCSS Styling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HTML5 Canvas Graph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EventSource API (SSE)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25603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05740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Flask API Server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engine.py (Scanner)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streamer.py (SSE)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analyzer.py (Risk)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graph_gen.py (Graph)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Multi-threaded Scanning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Kill Chain Modeling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560320" cy="25603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05740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 Database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Scan Results Storage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JSON Serialization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Reports (JSON/CSV)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Data Store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Historical Scans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63240" y="2834640"/>
            <a:ext cx="18288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97880" y="2834640"/>
            <a:ext cx="18288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Protocols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TCP Socket Connections for port scanning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HTTP REST API for control (/api/start-scan, /api/scan-status)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Server-Sent Events (SSE) for real-time streaming (/api/scan-stream)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 Kill Chain Modeling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Attack Path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743200" cy="228600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exposed to external networks that attackers can initially compromise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HTTP (80)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HTTPS (443)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SSH (22)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FTP (21)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743200" cy="228600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463040"/>
            <a:ext cx="2743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Nodes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services that enable lateral movement across the network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28346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3108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SMB (445)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RDP (3389)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WinRM (5985)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SSH (22)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2743200" cy="228600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463040"/>
            <a:ext cx="2743200" cy="4572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Systems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data repositories and high-value assets attackers ultimately seek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8346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3108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MySQL (3306)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 (5432)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MongoDB (27017)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Redis (6379)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Attack Chain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discovers </a:t>
            </a: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(80)</a:t>
            </a: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[ENTRY] → exploits SQL injection → gains access to </a:t>
            </a: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(445)</a:t>
            </a: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[PIVOT] → uses lateral movement to reach </a:t>
            </a: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(3306)</a:t>
            </a: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[TARGET]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Score: 9.0/10 (CRITICAL)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Streaming &amp; Visualization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365760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Server-Sent Events (SSE)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initiates scan via POST /api/start-scan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Frontend opens EventSource connection to /api/scan-stream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Backend streams events in real-time: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type: 'port' - each discovered port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type: 'analysis' - risk data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type: 'graph' - attack graph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type: 'complete' - scan finished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UI updates live - no polling, no refresh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65760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Force-Directed Graph Physics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Canvas Implementation: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external dependencies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 from scratch using HTML5 Canvas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simulation on each frame: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Repulsion: All nodes push away (1000/dist²)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Attraction: Connected nodes pull together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Gravity: Pull toward canvas center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Damping: Velocity × 0.85 per frame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Auto-settles when velocity &lt; 0.5px/frame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encoding: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 color = risk level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Ring color = kill chain role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Arrow color = chain type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Comparison with Existing Tools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891B2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4747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NET_SCAN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Nmap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Nessus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Shodan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Streaming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UI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(Paid)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Kill Chain Modeling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Attack Graph Visual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Lateral Movement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Exposure 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Source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Network Scan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Banner Grabbing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Attack Narratives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NET_SCAN fills the gap by combining real-time streaming, kill chain analysis, and attack visualization in one integrated platform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Technologies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1783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language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2103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&amp; SSE streaming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flask-cors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2423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Cross-Origin support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 (stdlib)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port scanning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threading (stdlib)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30632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Multi-threaded workers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queue.Queue (stdlib)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3383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Thread-safe work distribution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(stdlib)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3703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serialization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Technologies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1783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18.2.0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framework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react-router-dom 7.13.0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routing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2423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 1.13.5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requests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27432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TailwindCSS 4.2.0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2743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Utility-first CSS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3063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Canvas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3063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rendering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3383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EventSource API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3383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connection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SWOT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73736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618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SSE streaming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Zero-dependency custom graph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attack narratives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Centralized Exposure Score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Full-stack integration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92040" y="1188720"/>
            <a:ext cx="4023360" cy="173736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188720"/>
            <a:ext cx="402336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2618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Slower than C-based scanners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OS fingerprinting yet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Limited to TCP scanning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CVE database integration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023360" cy="173736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08960"/>
            <a:ext cx="40233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821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Subnet/CIDR scanning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Historical scan storage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 report generation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deployment (Docker)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Plugin system for custom scripts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3108960"/>
            <a:ext cx="4023360" cy="173736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3108960"/>
            <a:ext cx="402336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1821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657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Aggressive firewall filtering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IDS/IPS detection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Network rate limiting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Permission restrictions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Status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- 100% Functional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914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184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Multi-threaded TCP scanner + banner grab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914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299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streamer.py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event queue system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914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4144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analysis + Kill Chain detection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914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529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graph_gen.py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graph + exposure scorer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914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6440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3474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REST API endpoints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- Core UI Complete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1600200"/>
            <a:ext cx="914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61848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ScannerDashboard.js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1783080"/>
            <a:ext cx="3291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control panel + SSE consumer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011680"/>
            <a:ext cx="914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02996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GraphView.js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194560"/>
            <a:ext cx="3291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force-directed graph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423160"/>
            <a:ext cx="914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44144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Hero.js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2606040"/>
            <a:ext cx="3291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hero section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834640"/>
            <a:ext cx="914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85292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Navbar.js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017520"/>
            <a:ext cx="3291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bar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246120"/>
            <a:ext cx="914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26440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api.js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3429000"/>
            <a:ext cx="3291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 service abstraction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343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Project Status: Fully Functional Minimum Viable Product (MVP) Completed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" y="46177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core features implemented and tested. System ready for live demonstrations and user testing.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 (Next 3-6 months)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Subnet/CIDR scanning (192.168.1.0/24)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Historical scan storage (SQLite/PostgreSQL)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PDF/JSON report export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OS fingerprinting from TCP stack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CVE database integration (NVD)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Medium-Term (6-12 months)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authentication &amp; multi-user support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Scheduled automatic re-scans (cron-based)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Alert system (email/webhook notifications)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Nmap integration as alternative backend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Stealth scan mode (SYN half-open)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Vision (12+ months)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deployment (Docker + Kubernetes)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Plugin system for custom vulnerability checks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AI-powered risk scoring with ML models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3D attack graph visualization (Three.js)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collaboration features &amp; shared workspaces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</a:t>
            </a: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M. Hutchins, M. J. Cloppert, and R. M. Amin, "Intelligence-Driven Computer Network Defense Informed by Analysis of Adversary Campaigns and Intrusion Kill Chains," Leading Issues in Information Warfare &amp; Security Research, vol. 1, no. 1, pp. 80-106, 2011.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</a:t>
            </a: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Fette and J. Davies, Building Interactive Web Applications with Server-Sent Events and WebSockets, 2nd ed. O'Reilly Media, 2023.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</a:t>
            </a: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Harrison and L. Romero, "Implementing Physics-Based Graph Layouts in HTML5 Canvas for Cyber Threat Intelligence," Journal of Visualized Cyber Security, vol. 5, no. 2, pp. 210-225, 2024.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</a:t>
            </a: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Singh and P. Kumar, "Developing Quantitative Network Exposure Metrics for Proactive Threat Mitigation," IEEE Transactions on Information Forensics and Security, vol. 18, pp. 1432-1445, 2023.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</a:t>
            </a: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S. Bauer, Python Network Programming Techniques: Designing High-Performance Scanners and Analyzers, 1st ed. Packt Publishing, 2022.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Repository: </a:t>
            </a: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github.com/yourusername/NET_SCAN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mridul.rawat@example.com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1881</Words>
  <Application>Microsoft Office PowerPoint</Application>
  <PresentationFormat>On-screen Show (16:9)</PresentationFormat>
  <Paragraphs>370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NET_SCAN - Network Service Discovery and Security Assessment Tool</dc:title>
  <dc:subject>PptxGenJS Presentation</dc:subject>
  <dc:creator>Mridul Singh Rawat, Shiva Jakhad, Akshat Joshi</dc:creator>
  <cp:lastModifiedBy>Mridul Singh Rawat</cp:lastModifiedBy>
  <cp:revision>1</cp:revision>
  <dcterms:created xsi:type="dcterms:W3CDTF">2026-03-15T08:02:11Z</dcterms:created>
  <dcterms:modified xsi:type="dcterms:W3CDTF">2026-03-15T08:45:09Z</dcterms:modified>
</cp:coreProperties>
</file>